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ediapipe/solutions/vision/pos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sportsauthorityofindia.nic.in/s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24755"/>
            <a:ext cx="8534400" cy="2076459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chemeClr val="tx1"/>
                </a:solidFill>
              </a:rPr>
              <a:t>AthleteHub</a:t>
            </a:r>
            <a:r>
              <a:rPr lang="en-US" b="1" dirty="0">
                <a:solidFill>
                  <a:schemeClr val="tx1"/>
                </a:solidFill>
              </a:rPr>
              <a:t>: AI-Powered Sports Community &amp; Leaderboard Platform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661911"/>
            <a:ext cx="5924550" cy="487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SIH25073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/>
              <a:t>Al-Powered Mobile Platform for Democratizing Sports Talent Assessment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/>
              <a:t>Fitness &amp; Sports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ASHES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56080" y="87577"/>
            <a:ext cx="8097520" cy="1143000"/>
          </a:xfrm>
        </p:spPr>
        <p:txBody>
          <a:bodyPr/>
          <a:lstStyle/>
          <a:p>
            <a:pPr eaLnBrk="1" hangingPunct="1"/>
            <a:b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 err="1"/>
              <a:t>AthleteHub</a:t>
            </a:r>
            <a:r>
              <a:rPr lang="en-US" sz="3200" b="1" dirty="0"/>
              <a:t>: AI-Powered Sports Community &amp; Leaderboard Platform</a:t>
            </a:r>
            <a:br>
              <a:rPr lang="en-US" sz="3200" dirty="0"/>
            </a:b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69685" y="1059580"/>
            <a:ext cx="11252627" cy="707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>
              <a:lnSpc>
                <a:spcPct val="150000"/>
              </a:lnSpc>
            </a:pPr>
            <a:r>
              <a:rPr lang="en-US" sz="2000" b="1" u="sng" dirty="0"/>
              <a:t>Detailed Explanation of the Proposed Solution: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Community-driven platform for athletes.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Profiles to showcase achievements, certificates, and training videos.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Structured like a library, not random like Instagram.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u="sng" dirty="0"/>
              <a:t>How It Addresses the Problem: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Gives equal visibility to athletes from rural and urban areas.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Removes dependency on physical infrastructure for recognition.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Recognizes diverse athletic styles (e.g., sprinting strategies, stamina levels).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u="sng" dirty="0"/>
              <a:t>Innovation and Uniqueness of the Solution: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Combination of </a:t>
            </a:r>
            <a:r>
              <a:rPr lang="en-US" sz="2000" b="1" dirty="0"/>
              <a:t>Reddit-style community + YouTube-like video library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Library-based categorization instead of random feeds.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AI-powered cheat detection and performance evaluation.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8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400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ASHES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23CCC8-850A-4422-5CB6-B47F8989F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0900" y="3921760"/>
            <a:ext cx="1841500" cy="184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0E9313-F224-6797-3354-41FE23EE0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0900" y="1587500"/>
            <a:ext cx="184150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143617"/>
            <a:ext cx="6798614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/>
              <a:t>Frontend (Mobile App &amp; Web Dashboard):</a:t>
            </a:r>
            <a:endParaRPr lang="en-IN" dirty="0"/>
          </a:p>
          <a:p>
            <a:r>
              <a:rPr lang="en-IN" b="1" dirty="0"/>
              <a:t>Frameworks: </a:t>
            </a:r>
            <a:r>
              <a:rPr lang="en-IN" dirty="0"/>
              <a:t>Flutter (Android/iOS app), React (for web dashboard)</a:t>
            </a:r>
          </a:p>
          <a:p>
            <a:r>
              <a:rPr lang="en-IN" b="1" dirty="0"/>
              <a:t>UI/UX Tools:</a:t>
            </a:r>
            <a:r>
              <a:rPr lang="en-IN" dirty="0"/>
              <a:t> Figma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/>
              <a:t>Backend &amp; APIs:</a:t>
            </a:r>
          </a:p>
          <a:p>
            <a:r>
              <a:rPr lang="en-IN" b="1" dirty="0"/>
              <a:t>Programming Languages:</a:t>
            </a:r>
            <a:r>
              <a:rPr lang="en-IN" dirty="0"/>
              <a:t> Python, Node.js</a:t>
            </a:r>
          </a:p>
          <a:p>
            <a:r>
              <a:rPr lang="en-IN" b="1" dirty="0"/>
              <a:t>Frameworks:</a:t>
            </a:r>
            <a:r>
              <a:rPr lang="en-IN" dirty="0"/>
              <a:t> Django (Python) or Express.js (Node.js)</a:t>
            </a:r>
          </a:p>
          <a:p>
            <a:r>
              <a:rPr lang="en-IN" b="1" dirty="0"/>
              <a:t>Database:</a:t>
            </a:r>
            <a:r>
              <a:rPr lang="en-IN" dirty="0"/>
              <a:t> PostgreSQL / MongoDB</a:t>
            </a:r>
          </a:p>
          <a:p>
            <a:r>
              <a:rPr lang="en-IN" b="1" dirty="0"/>
              <a:t>Cloud:</a:t>
            </a:r>
            <a:r>
              <a:rPr lang="en-IN" dirty="0"/>
              <a:t> AWS / Google Cloud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/>
              <a:t>AI/ML (Performance Analysis &amp; Leaderboards):</a:t>
            </a:r>
          </a:p>
          <a:p>
            <a:r>
              <a:rPr lang="en-IN" b="1" dirty="0"/>
              <a:t>Libraries:</a:t>
            </a:r>
            <a:r>
              <a:rPr lang="en-IN" dirty="0"/>
              <a:t> TensorFlow Lite, </a:t>
            </a:r>
            <a:r>
              <a:rPr lang="en-IN" dirty="0" err="1"/>
              <a:t>PyTorch</a:t>
            </a:r>
            <a:r>
              <a:rPr lang="en-IN" dirty="0"/>
              <a:t> Mobile, OpenCV</a:t>
            </a:r>
          </a:p>
          <a:p>
            <a:r>
              <a:rPr lang="en-IN" b="1" dirty="0"/>
              <a:t>Models:</a:t>
            </a:r>
            <a:r>
              <a:rPr lang="en-IN" dirty="0"/>
              <a:t> Pose Estimation (e.g., </a:t>
            </a:r>
            <a:r>
              <a:rPr lang="en-IN" dirty="0" err="1"/>
              <a:t>MediaPipe</a:t>
            </a:r>
            <a:r>
              <a:rPr lang="en-IN" dirty="0"/>
              <a:t>, </a:t>
            </a:r>
            <a:r>
              <a:rPr lang="en-IN" dirty="0" err="1"/>
              <a:t>OpenPose</a:t>
            </a:r>
            <a:r>
              <a:rPr lang="en-IN" dirty="0"/>
              <a:t>)</a:t>
            </a:r>
          </a:p>
          <a:p>
            <a:r>
              <a:rPr lang="en-IN" b="1" dirty="0"/>
              <a:t>Features:</a:t>
            </a:r>
            <a:r>
              <a:rPr lang="en-IN" dirty="0"/>
              <a:t> Rep counting, stamina analysis, movement &amp; cheat detection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/>
              <a:t>Authentication &amp; Security:</a:t>
            </a:r>
          </a:p>
          <a:p>
            <a:r>
              <a:rPr lang="en-IN" dirty="0"/>
              <a:t>Firebase Auth / OAuth 2.0</a:t>
            </a:r>
          </a:p>
          <a:p>
            <a:r>
              <a:rPr lang="en-IN" dirty="0"/>
              <a:t>End-to-end encryption for videos &amp;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ASHES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B53FAC4E-E9B6-24CE-8F21-484338738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7879" y="1228207"/>
            <a:ext cx="44343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u="sng" dirty="0"/>
              <a:t>Methodology &amp; Process for Implementation:</a:t>
            </a:r>
            <a:endParaRPr lang="en-IN" sz="1600" b="1" u="sng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FFEAD1-3F43-262A-2864-7F2737285184}"/>
              </a:ext>
            </a:extLst>
          </p:cNvPr>
          <p:cNvCxnSpPr>
            <a:cxnSpLocks/>
          </p:cNvCxnSpPr>
          <p:nvPr/>
        </p:nvCxnSpPr>
        <p:spPr>
          <a:xfrm>
            <a:off x="7128387" y="973394"/>
            <a:ext cx="0" cy="5152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E5E8197-A1AB-C350-41E5-EA6FE0437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879" y="1726765"/>
            <a:ext cx="4348480" cy="4462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30292" y="1282116"/>
            <a:ext cx="11052107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u="sng" dirty="0"/>
              <a:t>Analysis of the Feasibility of the Idea: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Smartphones and internet penetration across India make a mobile-based AI sports assessment platform practical, scalable, and socially impactful nationwide.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 infrastructure with AI/ML enables secure storage, real-time analysis, and performance tracking, ensuring feasibility for large-scale nationwide deployment.</a:t>
            </a:r>
          </a:p>
          <a:p>
            <a:endParaRPr lang="en-US" dirty="0"/>
          </a:p>
          <a:p>
            <a:r>
              <a:rPr lang="en-US" b="1" u="sng" dirty="0"/>
              <a:t>Potential Challenges and Risks: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connectivity and varying device quality in rural regions may restrict participation and cause inconsistent assessment experiences for athletes.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Risks of fake accounts, manipulated videos, and AI misinterpretation could affect leaderboard fairness, data privacy, and overall platform trust.</a:t>
            </a:r>
          </a:p>
          <a:p>
            <a:endParaRPr lang="en-US" dirty="0"/>
          </a:p>
          <a:p>
            <a:r>
              <a:rPr lang="en-US" b="1" u="sng" dirty="0"/>
              <a:t>Strategies for Overcoming These 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lightweight, offline-capable app with AI optimized for low-end devices, ensuring accessibility in low-bandwidth and resource-constrained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diverse datasets for AI training, encryption, and multi-step verification to improve accuracy, detect cheating, and enhance athlete trust.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ASHES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68592"/>
            <a:ext cx="1084072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700" b="1" u="sng" dirty="0"/>
              <a:t>Potential Impact on the Target Audience: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Athletes from rural and remote areas gain visibility, bridging gaps in access to national-level opportunities and recognition.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Young athletes receive fair evaluations, motivating consistent training, skill development, and healthy competition across regions and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Coaches and scouts access verified performance data, simplifying talent identification and reducing biases in athlete selection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Government and sports authorities achieve transparent, scalable, and efficient systems for nationwide talent discovery and resource allocation.</a:t>
            </a:r>
          </a:p>
          <a:p>
            <a:endParaRPr lang="en-US" sz="1700" dirty="0"/>
          </a:p>
          <a:p>
            <a:r>
              <a:rPr lang="en-US" sz="1700" b="1" u="sng" dirty="0"/>
              <a:t>Benefits of the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Social:</a:t>
            </a:r>
            <a:r>
              <a:rPr lang="en-US" sz="1700" dirty="0"/>
              <a:t> Encourages inclusivity, youth empowerment, and equal opportunities, strengthening India’s grassroots sports ecosystem.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Economic:</a:t>
            </a:r>
            <a:r>
              <a:rPr lang="en-US" sz="1700" dirty="0"/>
              <a:t> Low-cost mobile-first approach reduces infrastructure spending and makes assessments affordable for all participants.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Environmental:</a:t>
            </a:r>
            <a:r>
              <a:rPr lang="en-US" sz="1700" dirty="0"/>
              <a:t> Digital evaluations minimize travel and reduce carbon footprint by avoiding centralized physical assessment centers.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Overall:</a:t>
            </a:r>
            <a:r>
              <a:rPr lang="en-US" sz="1700" dirty="0"/>
              <a:t> Promotes scalability, transparency, and efficiency in nationwide sports talent management and development.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ASHES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79836"/>
            <a:ext cx="1105408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/>
              <a:t>[1] M. B. J. Rodrigues, J. M. F. da Silva, and F. J. R. Fernandes, "Artificial intelligence in sports: Applications and perspectives," Neural Computing and Applications, vol. 33, pp. 10881–10899, 2021.</a:t>
            </a:r>
          </a:p>
          <a:p>
            <a:endParaRPr lang="en-IN" b="1" dirty="0"/>
          </a:p>
          <a:p>
            <a:r>
              <a:rPr lang="en-IN" b="1" dirty="0"/>
              <a:t>[2] Google, "</a:t>
            </a:r>
            <a:r>
              <a:rPr lang="en-IN" b="1" dirty="0" err="1"/>
              <a:t>MediaPipe</a:t>
            </a:r>
            <a:r>
              <a:rPr lang="en-IN" b="1" dirty="0"/>
              <a:t>: Pose estimation and motion tracking solution," Google AI Developer Solutions, 2023. [Online]. Available: </a:t>
            </a:r>
            <a:r>
              <a:rPr lang="en-IN" b="1" dirty="0">
                <a:hlinkClick r:id="rId3"/>
              </a:rPr>
              <a:t>https://developers.google.com/mediapipe/solutions/vision/pose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[3] Sports Authority of India, "</a:t>
            </a:r>
            <a:r>
              <a:rPr lang="en-IN" b="1" dirty="0" err="1"/>
              <a:t>Khelo</a:t>
            </a:r>
            <a:r>
              <a:rPr lang="en-IN" b="1" dirty="0"/>
              <a:t> India Talent Identification and Development Programme," Sports Authority of India (SAI), 2024. [Online]. Available: </a:t>
            </a:r>
            <a:r>
              <a:rPr lang="en-IN" b="1" dirty="0">
                <a:hlinkClick r:id="rId4"/>
              </a:rPr>
              <a:t>https://sportsauthorityofindia.nic.in/sai/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[4] J. Chen, X. Li, and K. Wang, "Efficient on-device machine learning for mobile applications," in Proc. IEEE Int. Conf. Mobile Computing and Networking (</a:t>
            </a:r>
            <a:r>
              <a:rPr lang="en-IN" b="1" dirty="0" err="1"/>
              <a:t>MobiCom</a:t>
            </a:r>
            <a:r>
              <a:rPr lang="en-IN" b="1" dirty="0"/>
              <a:t>), 2020.</a:t>
            </a:r>
          </a:p>
          <a:p>
            <a:endParaRPr lang="en-IN" b="1" dirty="0"/>
          </a:p>
          <a:p>
            <a:r>
              <a:rPr lang="en-IN" b="1" dirty="0"/>
              <a:t>[5] A. Koivisto and J. Hamari, "The rise of motivational information systems: A review of gamification research," Computers in Human </a:t>
            </a:r>
            <a:r>
              <a:rPr lang="en-IN" b="1" dirty="0" err="1"/>
              <a:t>Behavior</a:t>
            </a:r>
            <a:r>
              <a:rPr lang="en-IN" b="1" dirty="0"/>
              <a:t>, vol. 45, pp. 191–210, 2015.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ASHES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7568</TotalTime>
  <Words>868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AthleteHub: AI-Powered Sports Community &amp; Leaderboard Platform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Dinesh M</cp:lastModifiedBy>
  <cp:revision>149</cp:revision>
  <dcterms:created xsi:type="dcterms:W3CDTF">2013-12-12T18:46:50Z</dcterms:created>
  <dcterms:modified xsi:type="dcterms:W3CDTF">2025-09-06T13:05:37Z</dcterms:modified>
  <cp:category/>
</cp:coreProperties>
</file>